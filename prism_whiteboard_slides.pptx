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1 – Topic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Quadratic equation → highest power = 2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Standard form → ax^2 + bx + c = 0  (a ≠ 0)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Visual → parabola (graph of y = ax^2 + bx + 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2 – Parts &amp; quick checks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a → quadratic coefficient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b → linear coefficient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c → constant term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Quick exam check → ensure a ≠ 0 (otherwise linear)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3 – Main methods to solve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Factoring → quick when integer factors exist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Completing the square → always works; rewrites as (x + p)^2 = q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Quadratic formula → always works: x = [−b ± √(b^2 − 4ac)] / (2a)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Graphing → use intercepts &amp; vertex for visual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4 – Discriminant (root nature)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Δ = b^2 − 4ac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→ Δ &gt; 0 : two distinct real roots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→ Δ = 0 : one real double root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→ Δ &lt; 0 : two complex conjugate roots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5 – Parabola geometry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Axis of symmetry → x = −b/(2a)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Vertex → (−b/(2a), f(−b/(2a)))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Opens up if a &gt; 0, opens down if a &lt;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6 – Example: x^2 − 5x + 6 = 0 (factoring)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Look for numbers → multiply = 6, add = −5 → −2 and −3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Factor → (x − 2)(x − 3) = 0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Roots → x = 2, x =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7 – Same example: quadratic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a = 1, b = −5, c = 6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Δ = (−5)^2 − 4·1·6 = 25 − 24 = 1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x = [−(−5) ± √1] / (2·1) = (5 ± 1)/2 → x = 3 or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8 – Completing the square (fast sketch)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Start: ax^2 + bx + c = 0 → divide by a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Form: x^2 + (b/a)x = −c/a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Add (b/2a)^2 both sides → (x + b/2a)^2 = ...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Take square roots → leads to quadratic formula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9 – Exam tips &amp;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Put into standard form first.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Compute Δ to choose method.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Watch signs when plugging into formula.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Simplify radicals.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If stuck → try completing the square or formula.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 sz="4000">
                <a:solidFill>
                  <a:srgbClr val="0066CC"/>
                </a:solidFill>
              </a:defRPr>
            </a:pPr>
            <a:r>
              <a:t>Frame 10 – Quick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3C3C3C"/>
                </a:solidFill>
              </a:defRPr>
            </a:pPr>
            <a:r>
              <a:t>Core formula → x = [−b ± √(b^2 − 4ac)]/(2a)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Use Δ to predict root types.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Remember axis x = −b/(2a) and a ≠ 0.</a:t>
            </a:r>
          </a:p>
          <a:p>
            <a:pPr>
              <a:defRPr sz="2200">
                <a:solidFill>
                  <a:srgbClr val="3C3C3C"/>
                </a:solidFill>
              </a:defRPr>
            </a:pPr>
            <a:r>
              <a:t>Practice factoring speed + formula 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